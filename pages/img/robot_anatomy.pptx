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-174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738-9CDD-9683-5CD8-1652317F3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24111-781F-4208-D0A5-8BBF1E433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D795F-DE2C-0EEA-D856-4DCC0FA64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6DE0D-04E8-4E9D-A372-C2CF43E8E3F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C88EC-6AFF-41DB-BCD1-20E4DF06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052FE-9115-8C2A-AF48-B5FCBF4D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4CAC-53FE-4D43-B4AB-452082553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82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C3F4C-B266-7D96-0F56-EBF86738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1470D-E397-95B7-528A-4EEE568B1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CA532-424B-B282-E27A-95112830B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6DE0D-04E8-4E9D-A372-C2CF43E8E3F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BB74B-0E19-3DCB-A44A-FE091104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D514C-9472-EB9A-94BA-791006644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4CAC-53FE-4D43-B4AB-452082553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79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9BA1-7CBC-9803-B9CD-0196207D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DC5B6-5018-CDC7-FCEC-C4341F79A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1378D-5DB2-BC3F-B169-86908E2FB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6DE0D-04E8-4E9D-A372-C2CF43E8E3F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4AD10-53D0-B099-ABF1-253ADC00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AADCA-D37E-AC24-730B-08E85E120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4CAC-53FE-4D43-B4AB-452082553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85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1FC2-7778-81A3-3268-58D72804C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99274-2384-7416-A369-6E631F761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48578-E79D-EFEE-DB0C-F1AF09C23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DC0C5-95AC-1118-9BFE-74601D115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6DE0D-04E8-4E9D-A372-C2CF43E8E3F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23332-5362-C6E0-D776-EE8A866D4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29FAF-6BC8-5DBB-E267-685E2349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4CAC-53FE-4D43-B4AB-452082553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3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B22E2-49C5-7D67-4C76-E27D950A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A0041-2ABE-1E6D-AF65-A15FDD952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22FF8-57FE-DC66-F6DB-D19E79CDF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C6676-C48C-2A67-171B-E7CED3E64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2B8E7-97B6-BDE0-ABB0-1C901EF79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0215B4-28D9-5B91-9553-894EC4EC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6DE0D-04E8-4E9D-A372-C2CF43E8E3F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285685-A6DE-8A34-35C0-012280A6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E5F8C2-ED0D-75BD-8951-D73763E3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4CAC-53FE-4D43-B4AB-452082553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55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546B-097A-6B7E-2A9F-7B0BF1AAA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D0F1A-AE4E-AA68-DD28-AA9BCA8B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6DE0D-04E8-4E9D-A372-C2CF43E8E3F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F7670-D857-0D71-EA14-2BB1C8C3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881C1-E866-03C5-BDFB-CBB25F2D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4CAC-53FE-4D43-B4AB-452082553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49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C15562-5ED5-9D01-EBB1-283BC7B02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6DE0D-04E8-4E9D-A372-C2CF43E8E3F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FC029-0312-D7B9-7E34-AAC08936B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571ED-C5F9-15DF-E7E1-923261CA1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4CAC-53FE-4D43-B4AB-452082553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5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294B-C39B-1330-6C1F-FE895A0C8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7A673-8C45-06C9-6D42-D12A7D2C3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6B4A2-DDE3-EE56-A104-A3C23E1C9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2A63A-8190-FF9F-6084-B15A617B6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6DE0D-04E8-4E9D-A372-C2CF43E8E3F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8B0E0-7A8E-76B2-BC5B-05802CF1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E1C2D-1C4B-75C5-71D7-70CA58D0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4CAC-53FE-4D43-B4AB-452082553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83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AA35D-D4FB-04C1-EFA7-AD1C6B70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C430D-E0E1-0A41-9347-321D433D9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D5E70-3EC3-42A4-5F6F-C17417F6A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80697-8FDF-F9F3-311B-D6AA8D3F4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6DE0D-04E8-4E9D-A372-C2CF43E8E3F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30571-D960-B2C6-9944-277A4106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0AFC2-2E0A-7F85-F6D9-60FF25C4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4CAC-53FE-4D43-B4AB-452082553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96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B535-9AA2-63D9-6B69-9B85654EA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ED866-BD1D-441B-29A6-443ABD8AD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16C28-19C7-4DFF-256B-7A80F4B7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6DE0D-04E8-4E9D-A372-C2CF43E8E3F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B1B57-6641-B593-C135-6498D142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6CFE6-A96D-41E9-CDCA-A8945E3E5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4CAC-53FE-4D43-B4AB-452082553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4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842C81-3B9E-825D-F477-42CB3C2EF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59C3A-2CDC-E305-4359-A918AF71B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E4553-1F5B-086B-8B1F-C1949916D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6DE0D-04E8-4E9D-A372-C2CF43E8E3F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7D7F2-DF4B-3FDB-E96D-D70E42B7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F4987-B8F3-BC7A-7DA6-51C36809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4CAC-53FE-4D43-B4AB-452082553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9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10FCA4-F1D2-91DC-BED3-4F18861FB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836EA-1385-06AA-417F-8B355771D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00F6F-BBA2-DE20-C6E5-FE397F1CE1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6DE0D-04E8-4E9D-A372-C2CF43E8E3F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33BA-CCC9-693D-B34C-B888889AE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8258F-576D-6596-EF57-B1E212D4D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F4CAC-53FE-4D43-B4AB-452082553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7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BCD7-F508-4487-9BC2-DAD695831F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38773-F9AB-7F90-3C95-D65594C12A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19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0FFE91F-001E-AFA0-085D-CFBB5D10882B}"/>
              </a:ext>
            </a:extLst>
          </p:cNvPr>
          <p:cNvGrpSpPr/>
          <p:nvPr/>
        </p:nvGrpSpPr>
        <p:grpSpPr>
          <a:xfrm>
            <a:off x="2924735" y="-20741"/>
            <a:ext cx="6279610" cy="6858000"/>
            <a:chOff x="2924735" y="-20741"/>
            <a:chExt cx="627961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8590FA1-85C2-C7B5-6ED3-E4A83D220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9320" y="-20741"/>
              <a:ext cx="6235025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81F8018-1C4D-9971-6C70-BE81658B61FB}"/>
                </a:ext>
              </a:extLst>
            </p:cNvPr>
            <p:cNvSpPr txBox="1"/>
            <p:nvPr/>
          </p:nvSpPr>
          <p:spPr>
            <a:xfrm>
              <a:off x="2924735" y="5970725"/>
              <a:ext cx="7597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base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3CFAA52-9AEE-995F-E9B8-6B6CE36D66A2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 flipV="1">
              <a:off x="3684494" y="6118412"/>
              <a:ext cx="793377" cy="36979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737F72-A386-4AD7-3720-1195E0A40ECF}"/>
                </a:ext>
              </a:extLst>
            </p:cNvPr>
            <p:cNvSpPr txBox="1"/>
            <p:nvPr/>
          </p:nvSpPr>
          <p:spPr>
            <a:xfrm>
              <a:off x="6575612" y="5355521"/>
              <a:ext cx="1048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Link 1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1CA2B35-79D6-1FBF-8135-7A32F1DC2D49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 flipV="1">
              <a:off x="5701553" y="5540187"/>
              <a:ext cx="874059" cy="36979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856A03D-FC04-6AF8-A0C0-BD1E30F8AF97}"/>
                </a:ext>
              </a:extLst>
            </p:cNvPr>
            <p:cNvSpPr txBox="1"/>
            <p:nvPr/>
          </p:nvSpPr>
          <p:spPr>
            <a:xfrm>
              <a:off x="6051176" y="3705355"/>
              <a:ext cx="1048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Link 2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4373EE-3CF8-A2CE-1C8B-E00E00E71AFF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 flipV="1">
              <a:off x="5177117" y="3890021"/>
              <a:ext cx="874059" cy="36979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4F46B6B-79E8-C896-C74B-3013C2850137}"/>
                </a:ext>
              </a:extLst>
            </p:cNvPr>
            <p:cNvSpPr txBox="1"/>
            <p:nvPr/>
          </p:nvSpPr>
          <p:spPr>
            <a:xfrm>
              <a:off x="5755341" y="3188336"/>
              <a:ext cx="1048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Link 3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AEC9E3-3F40-2F01-EA42-6204BFC2CC32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5385546" y="2854264"/>
              <a:ext cx="369795" cy="51873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57238D-0810-55AB-41D6-2032D9D457F3}"/>
                </a:ext>
              </a:extLst>
            </p:cNvPr>
            <p:cNvSpPr txBox="1"/>
            <p:nvPr/>
          </p:nvSpPr>
          <p:spPr>
            <a:xfrm>
              <a:off x="6051176" y="2671317"/>
              <a:ext cx="1048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Link 4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F4B2F53-DC81-4873-29BE-1C758F67B1E1}"/>
                </a:ext>
              </a:extLst>
            </p:cNvPr>
            <p:cNvCxnSpPr>
              <a:cxnSpLocks/>
            </p:cNvCxnSpPr>
            <p:nvPr/>
          </p:nvCxnSpPr>
          <p:spPr>
            <a:xfrm>
              <a:off x="6266329" y="2034453"/>
              <a:ext cx="141195" cy="61972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E38EC2A-E7A7-BFE9-C003-B3A832046C25}"/>
                </a:ext>
              </a:extLst>
            </p:cNvPr>
            <p:cNvSpPr txBox="1"/>
            <p:nvPr/>
          </p:nvSpPr>
          <p:spPr>
            <a:xfrm>
              <a:off x="5238174" y="577505"/>
              <a:ext cx="8740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Link 5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65945C7-508F-5AC2-59B8-0F273BCC8DC6}"/>
                </a:ext>
              </a:extLst>
            </p:cNvPr>
            <p:cNvCxnSpPr>
              <a:cxnSpLocks/>
            </p:cNvCxnSpPr>
            <p:nvPr/>
          </p:nvCxnSpPr>
          <p:spPr>
            <a:xfrm>
              <a:off x="5998369" y="864942"/>
              <a:ext cx="456624" cy="588933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119BCF25-6BFD-D0B5-2DC9-33CFB04B8297}"/>
                </a:ext>
              </a:extLst>
            </p:cNvPr>
            <p:cNvSpPr/>
            <p:nvPr/>
          </p:nvSpPr>
          <p:spPr>
            <a:xfrm rot="7822090">
              <a:off x="4582333" y="4301486"/>
              <a:ext cx="1364384" cy="1589585"/>
            </a:xfrm>
            <a:prstGeom prst="arc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EDD9C3-AB28-D064-4BEF-D23FD6105BC2}"/>
                </a:ext>
              </a:extLst>
            </p:cNvPr>
            <p:cNvSpPr txBox="1"/>
            <p:nvPr/>
          </p:nvSpPr>
          <p:spPr>
            <a:xfrm>
              <a:off x="6575612" y="5909519"/>
              <a:ext cx="1048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Joint 1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EC78304-C024-4C6C-7C6A-7BD7D696C5A6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5509932" y="5829903"/>
              <a:ext cx="1065680" cy="264282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F225DFC6-5425-3041-274D-35953D0F252D}"/>
                </a:ext>
              </a:extLst>
            </p:cNvPr>
            <p:cNvSpPr/>
            <p:nvPr/>
          </p:nvSpPr>
          <p:spPr>
            <a:xfrm rot="1648496">
              <a:off x="4800865" y="4336759"/>
              <a:ext cx="1364384" cy="1589585"/>
            </a:xfrm>
            <a:prstGeom prst="arc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6C5295D-9228-96F1-440A-9FFBD2D4728F}"/>
                </a:ext>
              </a:extLst>
            </p:cNvPr>
            <p:cNvSpPr txBox="1"/>
            <p:nvPr/>
          </p:nvSpPr>
          <p:spPr>
            <a:xfrm>
              <a:off x="6422234" y="4547859"/>
              <a:ext cx="1048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Joint 2</a:t>
              </a:r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DC4AA73B-99DD-BC23-2BCA-6830B24393E3}"/>
                </a:ext>
              </a:extLst>
            </p:cNvPr>
            <p:cNvSpPr/>
            <p:nvPr/>
          </p:nvSpPr>
          <p:spPr>
            <a:xfrm rot="12089795">
              <a:off x="5980562" y="1611207"/>
              <a:ext cx="571534" cy="665869"/>
            </a:xfrm>
            <a:prstGeom prst="arc">
              <a:avLst>
                <a:gd name="adj1" fmla="val 14965836"/>
                <a:gd name="adj2" fmla="val 907197"/>
              </a:avLst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34F40F6-5FCE-8088-C4F4-035F760E49AA}"/>
                </a:ext>
              </a:extLst>
            </p:cNvPr>
            <p:cNvSpPr txBox="1"/>
            <p:nvPr/>
          </p:nvSpPr>
          <p:spPr>
            <a:xfrm>
              <a:off x="2948248" y="2928967"/>
              <a:ext cx="1048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Joint 3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AED4DB3-1A48-0035-5652-76933B2814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268" y="2811638"/>
              <a:ext cx="1039419" cy="301995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224E015-BCD4-8860-9AF6-096B2DFDCDD8}"/>
                </a:ext>
              </a:extLst>
            </p:cNvPr>
            <p:cNvSpPr txBox="1"/>
            <p:nvPr/>
          </p:nvSpPr>
          <p:spPr>
            <a:xfrm>
              <a:off x="4553295" y="1194642"/>
              <a:ext cx="1048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Joint 4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B47BECD-94EE-C467-DCB4-32DBE10534E2}"/>
                </a:ext>
              </a:extLst>
            </p:cNvPr>
            <p:cNvCxnSpPr>
              <a:cxnSpLocks/>
            </p:cNvCxnSpPr>
            <p:nvPr/>
          </p:nvCxnSpPr>
          <p:spPr>
            <a:xfrm>
              <a:off x="5264525" y="1545383"/>
              <a:ext cx="672351" cy="376439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A9434F7A-B3C0-E8B5-D405-9A4FE12A8A55}"/>
                </a:ext>
              </a:extLst>
            </p:cNvPr>
            <p:cNvSpPr/>
            <p:nvPr/>
          </p:nvSpPr>
          <p:spPr>
            <a:xfrm rot="17035201">
              <a:off x="6105844" y="1542820"/>
              <a:ext cx="577960" cy="465205"/>
            </a:xfrm>
            <a:prstGeom prst="arc">
              <a:avLst>
                <a:gd name="adj1" fmla="val 14965836"/>
                <a:gd name="adj2" fmla="val 907197"/>
              </a:avLst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BBF0704-CF32-01E0-358C-313FCCE30978}"/>
                </a:ext>
              </a:extLst>
            </p:cNvPr>
            <p:cNvSpPr txBox="1"/>
            <p:nvPr/>
          </p:nvSpPr>
          <p:spPr>
            <a:xfrm>
              <a:off x="4819830" y="895849"/>
              <a:ext cx="1048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Joint 5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29C91A0-AE45-A4D7-462F-99D6D664580D}"/>
                </a:ext>
              </a:extLst>
            </p:cNvPr>
            <p:cNvCxnSpPr>
              <a:cxnSpLocks/>
            </p:cNvCxnSpPr>
            <p:nvPr/>
          </p:nvCxnSpPr>
          <p:spPr>
            <a:xfrm>
              <a:off x="5655918" y="1199574"/>
              <a:ext cx="513101" cy="403496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5ADC4D53-64F3-534A-4A05-11BC0B4EBDAF}"/>
                </a:ext>
              </a:extLst>
            </p:cNvPr>
            <p:cNvSpPr/>
            <p:nvPr/>
          </p:nvSpPr>
          <p:spPr>
            <a:xfrm rot="12089795">
              <a:off x="6582097" y="1075818"/>
              <a:ext cx="624968" cy="682242"/>
            </a:xfrm>
            <a:prstGeom prst="arc">
              <a:avLst>
                <a:gd name="adj1" fmla="val 14965836"/>
                <a:gd name="adj2" fmla="val 907197"/>
              </a:avLst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57EA147-919B-9F65-8557-4C212C7C4201}"/>
                </a:ext>
              </a:extLst>
            </p:cNvPr>
            <p:cNvSpPr txBox="1"/>
            <p:nvPr/>
          </p:nvSpPr>
          <p:spPr>
            <a:xfrm>
              <a:off x="6352304" y="2087916"/>
              <a:ext cx="1048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Joint 6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B81D5A3-5C0C-44E7-59A8-7BC15CF6D3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8106" y="1741415"/>
              <a:ext cx="92090" cy="387496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C1823FD7-0E6C-EB50-A961-21EDB8176FCD}"/>
                </a:ext>
              </a:extLst>
            </p:cNvPr>
            <p:cNvSpPr/>
            <p:nvPr/>
          </p:nvSpPr>
          <p:spPr>
            <a:xfrm rot="1648496">
              <a:off x="4063973" y="2486768"/>
              <a:ext cx="930107" cy="1083628"/>
            </a:xfrm>
            <a:prstGeom prst="arc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0061D4D-4FF7-5405-613E-CB18F25343D4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 flipV="1">
              <a:off x="6169819" y="4732525"/>
              <a:ext cx="252415" cy="43847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DCCDCC6-6D07-B514-AAE6-5EFD526FECD8}"/>
                </a:ext>
              </a:extLst>
            </p:cNvPr>
            <p:cNvSpPr txBox="1"/>
            <p:nvPr/>
          </p:nvSpPr>
          <p:spPr>
            <a:xfrm>
              <a:off x="6009662" y="315161"/>
              <a:ext cx="1090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flange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E410047-8038-5E68-5552-FC71D1530357}"/>
                </a:ext>
              </a:extLst>
            </p:cNvPr>
            <p:cNvCxnSpPr>
              <a:cxnSpLocks/>
            </p:cNvCxnSpPr>
            <p:nvPr/>
          </p:nvCxnSpPr>
          <p:spPr>
            <a:xfrm>
              <a:off x="6454684" y="679601"/>
              <a:ext cx="219960" cy="672901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D29DA0A-23ED-5EB0-7FC3-8BEA79730325}"/>
                </a:ext>
              </a:extLst>
            </p:cNvPr>
            <p:cNvSpPr txBox="1"/>
            <p:nvPr/>
          </p:nvSpPr>
          <p:spPr>
            <a:xfrm>
              <a:off x="8001796" y="895849"/>
              <a:ext cx="10903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End effector/tool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11B6E1A-30DF-84CB-0F1E-2C722F44D8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9134" y="1384131"/>
              <a:ext cx="764202" cy="249272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5F81A435-DDC4-74A5-327B-0DEBBD19B611}"/>
                </a:ext>
              </a:extLst>
            </p:cNvPr>
            <p:cNvGrpSpPr/>
            <p:nvPr/>
          </p:nvGrpSpPr>
          <p:grpSpPr>
            <a:xfrm>
              <a:off x="7310331" y="2415267"/>
              <a:ext cx="598061" cy="556791"/>
              <a:chOff x="7310331" y="2415267"/>
              <a:chExt cx="598061" cy="556791"/>
            </a:xfrm>
          </p:grpSpPr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4ED4557B-48FB-722F-8C77-034C9F07CA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6807" y="2520317"/>
                <a:ext cx="140615" cy="4517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A4F623D7-38EC-04D0-2E94-4DFC41E666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16807" y="2415267"/>
                <a:ext cx="391585" cy="118461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77B02F34-0B1E-596C-4C90-26CAB30F7B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10331" y="2533728"/>
                <a:ext cx="206476" cy="1286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25B347D-F31E-81F5-5EA2-B216577DDE2F}"/>
                </a:ext>
              </a:extLst>
            </p:cNvPr>
            <p:cNvSpPr txBox="1"/>
            <p:nvPr/>
          </p:nvSpPr>
          <p:spPr>
            <a:xfrm>
              <a:off x="8209331" y="2174374"/>
              <a:ext cx="9879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TCP frame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05893F56-FED3-432B-E395-13B427DBBE99}"/>
                </a:ext>
              </a:extLst>
            </p:cNvPr>
            <p:cNvGrpSpPr/>
            <p:nvPr/>
          </p:nvGrpSpPr>
          <p:grpSpPr>
            <a:xfrm rot="11770107">
              <a:off x="5223273" y="5343564"/>
              <a:ext cx="500289" cy="547155"/>
              <a:chOff x="7157133" y="2424903"/>
              <a:chExt cx="500289" cy="547155"/>
            </a:xfrm>
          </p:grpSpPr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C1E8579B-7242-CC56-1D9B-F1C5F81068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6807" y="2520317"/>
                <a:ext cx="140615" cy="4517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DB71491E-23F2-D587-7474-94888168ECE2}"/>
                  </a:ext>
                </a:extLst>
              </p:cNvPr>
              <p:cNvCxnSpPr>
                <a:cxnSpLocks/>
              </p:cNvCxnSpPr>
              <p:nvPr/>
            </p:nvCxnSpPr>
            <p:spPr>
              <a:xfrm rot="9829893" flipV="1">
                <a:off x="7157133" y="2584817"/>
                <a:ext cx="379209" cy="86451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50646489-D691-1A35-B2FE-34CC9C2E9593}"/>
                  </a:ext>
                </a:extLst>
              </p:cNvPr>
              <p:cNvCxnSpPr>
                <a:cxnSpLocks/>
              </p:cNvCxnSpPr>
              <p:nvPr/>
            </p:nvCxnSpPr>
            <p:spPr>
              <a:xfrm rot="9829893">
                <a:off x="7325539" y="2424903"/>
                <a:ext cx="175810" cy="13599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0E43B63-18DC-B48E-9BCC-58879C4410F3}"/>
                </a:ext>
              </a:extLst>
            </p:cNvPr>
            <p:cNvSpPr txBox="1"/>
            <p:nvPr/>
          </p:nvSpPr>
          <p:spPr>
            <a:xfrm>
              <a:off x="3238341" y="4975440"/>
              <a:ext cx="13251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venir Next LT Pro" panose="020B0504020202020204" pitchFamily="34" charset="0"/>
                </a:rPr>
                <a:t>Base frame</a:t>
              </a: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E3B7339-F6ED-0704-DE4B-4DD576D1B2F9}"/>
                </a:ext>
              </a:extLst>
            </p:cNvPr>
            <p:cNvCxnSpPr>
              <a:cxnSpLocks/>
            </p:cNvCxnSpPr>
            <p:nvPr/>
          </p:nvCxnSpPr>
          <p:spPr>
            <a:xfrm>
              <a:off x="4057323" y="5312617"/>
              <a:ext cx="1207202" cy="412236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1C5096E-5582-D5D6-0713-9D4E0D1BC0BD}"/>
                </a:ext>
              </a:extLst>
            </p:cNvPr>
            <p:cNvCxnSpPr>
              <a:cxnSpLocks/>
              <a:endCxn id="97" idx="1"/>
            </p:cNvCxnSpPr>
            <p:nvPr/>
          </p:nvCxnSpPr>
          <p:spPr>
            <a:xfrm flipV="1">
              <a:off x="7624483" y="2497540"/>
              <a:ext cx="584848" cy="62352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2274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Avenir Next LT Pro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Schäle</dc:creator>
  <cp:lastModifiedBy>Daniel Schäle</cp:lastModifiedBy>
  <cp:revision>6</cp:revision>
  <dcterms:created xsi:type="dcterms:W3CDTF">2026-06-11T07:20:35Z</dcterms:created>
  <dcterms:modified xsi:type="dcterms:W3CDTF">2026-06-11T08:03:49Z</dcterms:modified>
</cp:coreProperties>
</file>